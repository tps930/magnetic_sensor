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-2550" y="-8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0B1-642F-4D6B-B01C-BFA92DAEDBB3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02D0-E2F9-4BEB-A25B-AFF9FA502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33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0B1-642F-4D6B-B01C-BFA92DAEDBB3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02D0-E2F9-4BEB-A25B-AFF9FA502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934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0B1-642F-4D6B-B01C-BFA92DAEDBB3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02D0-E2F9-4BEB-A25B-AFF9FA502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384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0B1-642F-4D6B-B01C-BFA92DAEDBB3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02D0-E2F9-4BEB-A25B-AFF9FA502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26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0B1-642F-4D6B-B01C-BFA92DAEDBB3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02D0-E2F9-4BEB-A25B-AFF9FA502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96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0B1-642F-4D6B-B01C-BFA92DAEDBB3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02D0-E2F9-4BEB-A25B-AFF9FA502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712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0B1-642F-4D6B-B01C-BFA92DAEDBB3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02D0-E2F9-4BEB-A25B-AFF9FA502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52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0B1-642F-4D6B-B01C-BFA92DAEDBB3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02D0-E2F9-4BEB-A25B-AFF9FA502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473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0B1-642F-4D6B-B01C-BFA92DAEDBB3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02D0-E2F9-4BEB-A25B-AFF9FA502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057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0B1-642F-4D6B-B01C-BFA92DAEDBB3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02D0-E2F9-4BEB-A25B-AFF9FA502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480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0B1-642F-4D6B-B01C-BFA92DAEDBB3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02D0-E2F9-4BEB-A25B-AFF9FA502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275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280B1-642F-4D6B-B01C-BFA92DAEDBB3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B02D0-E2F9-4BEB-A25B-AFF9FA502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002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25" y="1808634"/>
            <a:ext cx="2867025" cy="353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9106" y="1484784"/>
            <a:ext cx="3248025" cy="385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484784"/>
            <a:ext cx="2893219" cy="385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831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화면 슬라이드 쇼(4:3)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</cp:revision>
  <dcterms:created xsi:type="dcterms:W3CDTF">2025-04-17T07:20:31Z</dcterms:created>
  <dcterms:modified xsi:type="dcterms:W3CDTF">2025-04-17T07:32:24Z</dcterms:modified>
</cp:coreProperties>
</file>